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04559C-95BA-4AE3-9119-30E0BF49DD72}">
  <a:tblStyle styleId="{6404559C-95BA-4AE3-9119-30E0BF49DD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6eb99881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6eb99881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73544583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73544583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73544583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73544583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6eb99881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6eb99881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6eb998817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6eb99881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6eb998817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6eb998817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6eb998817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6eb998817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gif"/><Relationship Id="rId5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802699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SAÉ 5B.01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Évolution d’une infrastructure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450" y="4187079"/>
            <a:ext cx="2509950" cy="10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059350" y="4758600"/>
            <a:ext cx="221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Sofiane, Maxence, Vincent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450" y="4187079"/>
            <a:ext cx="2509950" cy="10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059350" y="4758600"/>
            <a:ext cx="221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Sofiane, Maxence, Vincent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43075" y="644000"/>
            <a:ext cx="5944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Sommaire</a:t>
            </a:r>
            <a:endParaRPr b="1" sz="2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94675" y="1748300"/>
            <a:ext cx="6683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fr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Schémas de notre réseau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fr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Les services correspondant au cahier des charges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fr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Comment nous avons travaillé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fr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Les difficultés rencontrées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753400" y="548750"/>
            <a:ext cx="370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Introduction et objectifs</a:t>
            </a:r>
            <a:endParaRPr b="1" sz="2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53400" y="1497475"/>
            <a:ext cx="169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Equipe Noir -&gt; F.A.I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53400" y="2036950"/>
            <a:ext cx="5357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 réseau public (DMZ)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 réseau privés (Service Informatique et Administratif)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 firewall configuré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204350" y="3106550"/>
            <a:ext cx="5357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53400" y="2776525"/>
            <a:ext cx="5357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Fournir un résolveur récursif et avoir l’autorité sur le TLD iut.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Fournir une plage d’IP pour chaque organisation et pouvoir être </a:t>
            </a: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interconnecté</a:t>
            </a: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753400" y="3561625"/>
            <a:ext cx="5357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Différents services doivent être installés et configurés.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Un serveur DNS, WEB et MAIL dans le réseau public.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Un serveur DHCP, LDAP et NFS dans le réseau du service Informatique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450" y="4187079"/>
            <a:ext cx="2509950" cy="10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059350" y="4758600"/>
            <a:ext cx="221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Sofiane, Maxence, Vincent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450" y="4187079"/>
            <a:ext cx="2509950" cy="10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7059350" y="4758600"/>
            <a:ext cx="221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Sofiane, Maxence, Vincent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700650" y="578775"/>
            <a:ext cx="6070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Schéma de l’ensemble des organisations</a:t>
            </a:r>
            <a:endParaRPr b="1" sz="2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6" name="Google Shape;116;p16" title="Infra-generale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6938" y="1037650"/>
            <a:ext cx="4530126" cy="410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450" y="4187079"/>
            <a:ext cx="2509950" cy="10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7059350" y="4758600"/>
            <a:ext cx="221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Sofiane, Maxence, Vincent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672750" y="356700"/>
            <a:ext cx="44379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Schéma du </a:t>
            </a:r>
            <a:b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réseau</a:t>
            </a:r>
            <a:endParaRPr b="1" sz="2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7" title="Schéma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689" y="0"/>
            <a:ext cx="461908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450" y="4187079"/>
            <a:ext cx="2509950" cy="10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7059350" y="4758600"/>
            <a:ext cx="221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Sofiane, Maxence, Vincent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732825" y="582100"/>
            <a:ext cx="79467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Les services correspondant au cahier des charges</a:t>
            </a:r>
            <a:endParaRPr b="1" sz="2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32" name="Google Shape;132;p18"/>
          <p:cNvGraphicFramePr/>
          <p:nvPr/>
        </p:nvGraphicFramePr>
        <p:xfrm>
          <a:off x="952500" y="140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{6404559C-95BA-4AE3-9119-30E0BF49DD72}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DMZ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SERVICE INFORMATIQUE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SERVICE ADMINISTRATIF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Résolveur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Serveur DHCP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Client 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NS principal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Serveur LDAP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Client 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NS de secours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Serveur NFS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Serveur WEB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Client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Serveur MAIL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a red cross on a white background that looks like a x (fourni par Tenor)"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4250" y="2591000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3739500" y="4086550"/>
            <a:ext cx="166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Firewall configuré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green check mark icon with a long shadow on a white background (fourni par Tenor)" id="135" name="Google Shape;13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00" y="1676912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36" name="Google Shape;13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4900" y="1742012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37" name="Google Shape;13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00" y="2112475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38" name="Google Shape;13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00" y="2511637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39" name="Google Shape;13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00" y="2902550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40" name="Google Shape;14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00" y="3271175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41" name="Google Shape;14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4900" y="2112475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42" name="Google Shape;14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4900" y="2914287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43" name="Google Shape;1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7900" y="1742012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44" name="Google Shape;14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7900" y="2112475"/>
            <a:ext cx="543600" cy="54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icon with a long shadow on a white background (fourni par Tenor)" id="145" name="Google Shape;14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4900" y="4014837"/>
            <a:ext cx="54360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450" y="4187079"/>
            <a:ext cx="2509950" cy="10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7059350" y="4758600"/>
            <a:ext cx="221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Sofiane, Maxence, Vincent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701800" y="633675"/>
            <a:ext cx="6264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Comment nous avons travaillé</a:t>
            </a:r>
            <a:endParaRPr b="1" sz="2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53" name="Google Shape;153;p19"/>
          <p:cNvGraphicFramePr/>
          <p:nvPr/>
        </p:nvGraphicFramePr>
        <p:xfrm>
          <a:off x="875525" y="135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{6404559C-95BA-4AE3-9119-30E0BF49DD72}</a:tableStyleId>
              </a:tblPr>
              <a:tblGrid>
                <a:gridCol w="2413000"/>
                <a:gridCol w="2413000"/>
                <a:gridCol w="2413000"/>
              </a:tblGrid>
              <a:tr h="29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Sofiane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Vincent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Maxence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28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Installation et configuration du résolveur récursif, du serveur de nom principal, de secours et du serveur mail de la DMZ.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Installation et configuration du serveur DHCP et du client du service informatique.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Installation et configuration des 2 clients du service administratif.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Configuration du firewall.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Tests de communication entre organisations (DNS, mail, ping) et rédaction de documentations des différents services.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Mise en place de l’infrastructure réseau (plan d’adressage, RIP, …) , écriture de scripts pour la création de vm mais non fonctionnel, mise en place de LDAP et pam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Mise en place du DNS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Corrections des fichiers de configuration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Mise en place du réseau interne avec les autres équipes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Test DNS avec les autres équipes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Résolution de conflit DNS avec les autres équipes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Rédaction de docs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Rédaction d’une doc pour guider les autres équipes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450" y="4187079"/>
            <a:ext cx="2509950" cy="10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7059350" y="4758600"/>
            <a:ext cx="221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Sofiane, Maxence, Vincent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753400" y="654325"/>
            <a:ext cx="4014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Les difficultés rencontrées</a:t>
            </a:r>
            <a:endParaRPr b="1" sz="2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753400" y="1699075"/>
            <a:ext cx="3582900" cy="24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Communication avec les autres groupes.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L’utilisation de vboxmanage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configuration du DNS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Configuration du Firewall via son interface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